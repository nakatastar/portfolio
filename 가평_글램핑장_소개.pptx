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820e223-58f0-2ecb-b251-88358525b95f}">
          <p14:sldIdLst>
            <p14:sldId id="256"/>
          </p14:sldIdLst>
        </p14:section>
        <p14:section name="소개" id="{cd727cb1-18d9-55bb-b9ea-e16577105014}">
          <p14:sldIdLst>
            <p14:sldId id="257"/>
          </p14:sldIdLst>
        </p14:section>
        <p14:section name="한눈에 보기" id="{81b41f9c-64b1-7f8f-c419-6596e2cf78f5}">
          <p14:sldIdLst>
            <p14:sldId id="258"/>
          </p14:sldIdLst>
        </p14:section>
        <p14:section name="객실 안내" id="{d73eebf8-53a1-0331-0dc3-bfe1de661721}">
          <p14:sldIdLst>
            <p14:sldId id="259"/>
          </p14:sldIdLst>
        </p14:section>
        <p14:section name="시설 및 예약" id="{3fd463df-3e1c-5b75-d4fc-2a8f954fb9a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가평 글램핑장 소개 자료입니다. 표지 사진은 실제 현장 사진으로 교체해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가평의 접근성과 자연환경, 객실별 개별 시설을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객실 수, 시작 요금, 고객 별점을 카드로 정리했습니다. 수치는 예시이므로 실제 값으로 교체하세요.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객실 타입별 인원·동 수·요금입니다. 요금은 주중 1박 기준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부대시설과 예약 방법으로 마무리합니다. 연락처·운영시간은 실제 정보로 교체하세요.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6858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별이 뜬 밤, 숲속에 불을 밝힌 글램핑 텐트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hoto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>
              <a:alpha val="45000"/>
            </a:srgbClr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GAPYEONG GLAMPING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가평 글램핑장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숲과 계곡 사이, 별이 쏟아지는 하룻밤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도심에서 1시간 거리</a:t>
            </a:r>
            <a:endParaRPr lang="en-US" sz="3000" dirty="0"/>
          </a:p>
        </p:txBody>
      </p:sp>
      <p:pic>
        <p:nvPicPr>
          <p:cNvPr id="3" name="Side Photo" descr="숲 사이 글램핑 텐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About Icon Bg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bou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1912"/>
            <a:ext cx="310896" cy="310896"/>
          </a:xfrm>
          <a:prstGeom prst="rect">
            <a:avLst/>
          </a:prstGeom>
        </p:spPr>
      </p:pic>
      <p:sp>
        <p:nvSpPr>
          <p:cNvPr id="6" name="About Head 1"/>
          <p:cNvSpPr txBox="1"/>
          <p:nvPr/>
        </p:nvSpPr>
        <p:spPr>
          <a:xfrm>
            <a:off x="1417320" y="1399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위치</a:t>
            </a:r>
            <a:endParaRPr lang="en-US" sz="1600" dirty="0"/>
          </a:p>
        </p:txBody>
      </p:sp>
      <p:sp>
        <p:nvSpPr>
          <p:cNvPr id="7" name="About Body 1"/>
          <p:cNvSpPr txBox="1"/>
          <p:nvPr/>
        </p:nvSpPr>
        <p:spPr>
          <a:xfrm>
            <a:off x="1417320" y="1746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경기도 가평군 · 서울에서 차로 약 1시간</a:t>
            </a:r>
            <a:endParaRPr lang="en-US" sz="1400" dirty="0"/>
          </a:p>
        </p:txBody>
      </p:sp>
      <p:sp>
        <p:nvSpPr>
          <p:cNvPr id="8" name="About Icon Bg 2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About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79192"/>
            <a:ext cx="310896" cy="310896"/>
          </a:xfrm>
          <a:prstGeom prst="rect">
            <a:avLst/>
          </a:prstGeom>
        </p:spPr>
      </p:pic>
      <p:sp>
        <p:nvSpPr>
          <p:cNvPr id="10" name="About Head 2"/>
          <p:cNvSpPr txBox="1"/>
          <p:nvPr/>
        </p:nvSpPr>
        <p:spPr>
          <a:xfrm>
            <a:off x="1417320" y="2496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자연</a:t>
            </a:r>
            <a:endParaRPr lang="en-US" sz="1600" dirty="0"/>
          </a:p>
        </p:txBody>
      </p:sp>
      <p:sp>
        <p:nvSpPr>
          <p:cNvPr id="11" name="About Body 2"/>
          <p:cNvSpPr txBox="1"/>
          <p:nvPr/>
        </p:nvSpPr>
        <p:spPr>
          <a:xfrm>
            <a:off x="1417320" y="28437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잣나무 숲과 맑은 계곡으로 둘러싸인 부지</a:t>
            </a:r>
            <a:endParaRPr lang="en-US" sz="1400" dirty="0"/>
          </a:p>
        </p:txBody>
      </p:sp>
      <p:sp>
        <p:nvSpPr>
          <p:cNvPr id="12" name="About Icon Bg 3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bout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776472"/>
            <a:ext cx="310896" cy="310896"/>
          </a:xfrm>
          <a:prstGeom prst="rect">
            <a:avLst/>
          </a:prstGeom>
        </p:spPr>
      </p:pic>
      <p:sp>
        <p:nvSpPr>
          <p:cNvPr id="14" name="About Head 3"/>
          <p:cNvSpPr txBox="1"/>
          <p:nvPr/>
        </p:nvSpPr>
        <p:spPr>
          <a:xfrm>
            <a:off x="1417320" y="3593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감성</a:t>
            </a:r>
            <a:endParaRPr lang="en-US" sz="1600" dirty="0"/>
          </a:p>
        </p:txBody>
      </p:sp>
      <p:sp>
        <p:nvSpPr>
          <p:cNvPr id="15" name="About Body 3"/>
          <p:cNvSpPr txBox="1"/>
          <p:nvPr/>
        </p:nvSpPr>
        <p:spPr>
          <a:xfrm>
            <a:off x="141732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객실마다 개별 데크, 바비큐, 불멍 화로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보는 가평 글램핑장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325880"/>
            <a:ext cx="2514600" cy="32004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42033">
                <a:alpha val="12000"/>
              </a:srgbClr>
            </a:outerShdw>
          </a:effectLst>
        </p:spPr>
      </p:sp>
      <p:sp>
        <p:nvSpPr>
          <p:cNvPr id="4" name="Card Icon Bg 1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ard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10896" cy="310896"/>
          </a:xfrm>
          <a:prstGeom prst="rect">
            <a:avLst/>
          </a:prstGeom>
        </p:spPr>
      </p:pic>
      <p:sp>
        <p:nvSpPr>
          <p:cNvPr id="6" name="Card Label 1"/>
          <p:cNvSpPr txBox="1"/>
          <p:nvPr/>
        </p:nvSpPr>
        <p:spPr>
          <a:xfrm>
            <a:off x="82296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객실 수</a:t>
            </a:r>
            <a:endParaRPr lang="en-US" sz="1400" dirty="0"/>
          </a:p>
        </p:txBody>
      </p:sp>
      <p:sp>
        <p:nvSpPr>
          <p:cNvPr id="7" name="Card Value 1"/>
          <p:cNvSpPr txBox="1"/>
          <p:nvPr/>
        </p:nvSpPr>
        <p:spPr>
          <a:xfrm>
            <a:off x="822960" y="2788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12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 동</a:t>
            </a:r>
            <a:endParaRPr lang="en-US" sz="3600" dirty="0"/>
          </a:p>
        </p:txBody>
      </p:sp>
      <p:sp>
        <p:nvSpPr>
          <p:cNvPr id="8" name="Card Note 1"/>
          <p:cNvSpPr txBox="1"/>
          <p:nvPr/>
        </p:nvSpPr>
        <p:spPr>
          <a:xfrm>
            <a:off x="822960" y="3703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텐트 6 · 카라반 4 · 돔 2</a:t>
            </a:r>
            <a:endParaRPr lang="en-US" sz="1100" dirty="0"/>
          </a:p>
        </p:txBody>
      </p:sp>
      <p:sp>
        <p:nvSpPr>
          <p:cNvPr id="9" name="Card 2"/>
          <p:cNvSpPr/>
          <p:nvPr/>
        </p:nvSpPr>
        <p:spPr>
          <a:xfrm>
            <a:off x="3314700" y="1325880"/>
            <a:ext cx="2514600" cy="32004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42033">
                <a:alpha val="12000"/>
              </a:srgbClr>
            </a:outerShdw>
          </a:effectLst>
        </p:spPr>
      </p:sp>
      <p:sp>
        <p:nvSpPr>
          <p:cNvPr id="10" name="Card Icon Bg 2"/>
          <p:cNvSpPr/>
          <p:nvPr/>
        </p:nvSpPr>
        <p:spPr>
          <a:xfrm>
            <a:off x="358902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Card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1764792"/>
            <a:ext cx="310896" cy="310896"/>
          </a:xfrm>
          <a:prstGeom prst="rect">
            <a:avLst/>
          </a:prstGeom>
        </p:spPr>
      </p:pic>
      <p:sp>
        <p:nvSpPr>
          <p:cNvPr id="12" name="Card Label 2"/>
          <p:cNvSpPr txBox="1"/>
          <p:nvPr/>
        </p:nvSpPr>
        <p:spPr>
          <a:xfrm>
            <a:off x="358902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1박 요금</a:t>
            </a:r>
            <a:endParaRPr lang="en-US" sz="1400" dirty="0"/>
          </a:p>
        </p:txBody>
      </p:sp>
      <p:sp>
        <p:nvSpPr>
          <p:cNvPr id="13" name="Card Value 2"/>
          <p:cNvSpPr txBox="1"/>
          <p:nvPr/>
        </p:nvSpPr>
        <p:spPr>
          <a:xfrm>
            <a:off x="3589020" y="2788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15.9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 만원~</a:t>
            </a:r>
            <a:endParaRPr lang="en-US" sz="3600" dirty="0"/>
          </a:p>
        </p:txBody>
      </p:sp>
      <p:sp>
        <p:nvSpPr>
          <p:cNvPr id="14" name="Card Note 2"/>
          <p:cNvSpPr txBox="1"/>
          <p:nvPr/>
        </p:nvSpPr>
        <p:spPr>
          <a:xfrm>
            <a:off x="3589020" y="3703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주중 기준 · 주말/성수기 별도</a:t>
            </a:r>
            <a:endParaRPr lang="en-US" sz="1100" dirty="0"/>
          </a:p>
        </p:txBody>
      </p:sp>
      <p:sp>
        <p:nvSpPr>
          <p:cNvPr id="15" name="Card 3"/>
          <p:cNvSpPr/>
          <p:nvPr/>
        </p:nvSpPr>
        <p:spPr>
          <a:xfrm>
            <a:off x="6080760" y="1325880"/>
            <a:ext cx="2514600" cy="32004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42033">
                <a:alpha val="12000"/>
              </a:srgbClr>
            </a:outerShdw>
          </a:effectLst>
        </p:spPr>
      </p:sp>
      <p:sp>
        <p:nvSpPr>
          <p:cNvPr id="16" name="Card Icon Bg 3"/>
          <p:cNvSpPr/>
          <p:nvPr/>
        </p:nvSpPr>
        <p:spPr>
          <a:xfrm>
            <a:off x="635508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Card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64792"/>
            <a:ext cx="310896" cy="310896"/>
          </a:xfrm>
          <a:prstGeom prst="rect">
            <a:avLst/>
          </a:prstGeom>
        </p:spPr>
      </p:pic>
      <p:sp>
        <p:nvSpPr>
          <p:cNvPr id="18" name="Card Label 3"/>
          <p:cNvSpPr txBox="1"/>
          <p:nvPr/>
        </p:nvSpPr>
        <p:spPr>
          <a:xfrm>
            <a:off x="63550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고객 별점</a:t>
            </a:r>
            <a:endParaRPr lang="en-US" sz="1400" dirty="0"/>
          </a:p>
        </p:txBody>
      </p:sp>
      <p:sp>
        <p:nvSpPr>
          <p:cNvPr id="19" name="Card Value 3"/>
          <p:cNvSpPr txBox="1"/>
          <p:nvPr/>
        </p:nvSpPr>
        <p:spPr>
          <a:xfrm>
            <a:off x="6355080" y="2788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4.8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 / 5.0</a:t>
            </a:r>
            <a:endParaRPr lang="en-US" sz="3600" dirty="0"/>
          </a:p>
        </p:txBody>
      </p:sp>
      <p:sp>
        <p:nvSpPr>
          <p:cNvPr id="20" name="Card Note 3"/>
          <p:cNvSpPr txBox="1"/>
          <p:nvPr/>
        </p:nvSpPr>
        <p:spPr>
          <a:xfrm>
            <a:off x="6355080" y="3703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누적 리뷰 1,280건 기준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취향대로 고르는 세 가지 객실</a:t>
            </a:r>
            <a:endParaRPr lang="en-US" sz="3000" dirty="0"/>
          </a:p>
        </p:txBody>
      </p:sp>
      <p:sp>
        <p:nvSpPr>
          <p:cNvPr id="3" name="Room Row 1"/>
          <p:cNvSpPr/>
          <p:nvPr/>
        </p:nvSpPr>
        <p:spPr>
          <a:xfrm>
            <a:off x="548640" y="132588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Room Icon Bg 1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Roo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27632"/>
            <a:ext cx="310896" cy="310896"/>
          </a:xfrm>
          <a:prstGeom prst="rect">
            <a:avLst/>
          </a:prstGeom>
        </p:spPr>
      </p:pic>
      <p:sp>
        <p:nvSpPr>
          <p:cNvPr id="6" name="Room Name 1"/>
          <p:cNvSpPr txBox="1"/>
          <p:nvPr/>
        </p:nvSpPr>
        <p:spPr>
          <a:xfrm>
            <a:off x="1645920" y="1453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사파리 텐트</a:t>
            </a:r>
            <a:endParaRPr lang="en-US" sz="1800" dirty="0"/>
          </a:p>
        </p:txBody>
      </p:sp>
      <p:sp>
        <p:nvSpPr>
          <p:cNvPr id="7" name="Room Capacity 1"/>
          <p:cNvSpPr txBox="1"/>
          <p:nvPr/>
        </p:nvSpPr>
        <p:spPr>
          <a:xfrm>
            <a:off x="1645920" y="1819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기준 2인 · 최대 4인 · 6동</a:t>
            </a:r>
            <a:endParaRPr lang="en-US" sz="1100" dirty="0"/>
          </a:p>
        </p:txBody>
      </p:sp>
      <p:sp>
        <p:nvSpPr>
          <p:cNvPr id="8" name="Room Desc 1"/>
          <p:cNvSpPr txBox="1"/>
          <p:nvPr/>
        </p:nvSpPr>
        <p:spPr>
          <a:xfrm>
            <a:off x="411480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넓은 데크와 개별 바비큐존</a:t>
            </a:r>
            <a:endParaRPr lang="en-US" sz="1400" dirty="0"/>
          </a:p>
        </p:txBody>
      </p:sp>
      <p:sp>
        <p:nvSpPr>
          <p:cNvPr id="9" name="Room Price 1"/>
          <p:cNvSpPr txBox="1"/>
          <p:nvPr/>
        </p:nvSpPr>
        <p:spPr>
          <a:xfrm>
            <a:off x="667512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159,000원~</a:t>
            </a:r>
            <a:endParaRPr lang="en-US" sz="1800" dirty="0"/>
          </a:p>
        </p:txBody>
      </p:sp>
      <p:sp>
        <p:nvSpPr>
          <p:cNvPr id="10" name="Room Row 2"/>
          <p:cNvSpPr/>
          <p:nvPr/>
        </p:nvSpPr>
        <p:spPr>
          <a:xfrm>
            <a:off x="548640" y="242316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Room Icon Bg 2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Roo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24912"/>
            <a:ext cx="310896" cy="310896"/>
          </a:xfrm>
          <a:prstGeom prst="rect">
            <a:avLst/>
          </a:prstGeom>
        </p:spPr>
      </p:pic>
      <p:sp>
        <p:nvSpPr>
          <p:cNvPr id="13" name="Room Name 2"/>
          <p:cNvSpPr txBox="1"/>
          <p:nvPr/>
        </p:nvSpPr>
        <p:spPr>
          <a:xfrm>
            <a:off x="1645920" y="2551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카라반</a:t>
            </a:r>
            <a:endParaRPr lang="en-US" sz="1800" dirty="0"/>
          </a:p>
        </p:txBody>
      </p:sp>
      <p:sp>
        <p:nvSpPr>
          <p:cNvPr id="14" name="Room Capacity 2"/>
          <p:cNvSpPr txBox="1"/>
          <p:nvPr/>
        </p:nvSpPr>
        <p:spPr>
          <a:xfrm>
            <a:off x="1645920" y="2916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기준 4인 · 최대 5인 · 4동</a:t>
            </a:r>
            <a:endParaRPr lang="en-US" sz="1100" dirty="0"/>
          </a:p>
        </p:txBody>
      </p:sp>
      <p:sp>
        <p:nvSpPr>
          <p:cNvPr id="15" name="Room Desc 2"/>
          <p:cNvSpPr txBox="1"/>
          <p:nvPr/>
        </p:nvSpPr>
        <p:spPr>
          <a:xfrm>
            <a:off x="411480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개별 화장실·샤워실, 가족 단위 추천</a:t>
            </a:r>
            <a:endParaRPr lang="en-US" sz="1400" dirty="0"/>
          </a:p>
        </p:txBody>
      </p:sp>
      <p:sp>
        <p:nvSpPr>
          <p:cNvPr id="16" name="Room Price 2"/>
          <p:cNvSpPr txBox="1"/>
          <p:nvPr/>
        </p:nvSpPr>
        <p:spPr>
          <a:xfrm>
            <a:off x="667512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189,000원~</a:t>
            </a:r>
            <a:endParaRPr lang="en-US" sz="1800" dirty="0"/>
          </a:p>
        </p:txBody>
      </p:sp>
      <p:sp>
        <p:nvSpPr>
          <p:cNvPr id="17" name="Room Row 3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Room Icon Bg 3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Roo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22192"/>
            <a:ext cx="310896" cy="310896"/>
          </a:xfrm>
          <a:prstGeom prst="rect">
            <a:avLst/>
          </a:prstGeom>
        </p:spPr>
      </p:pic>
      <p:sp>
        <p:nvSpPr>
          <p:cNvPr id="20" name="Room Name 3"/>
          <p:cNvSpPr txBox="1"/>
          <p:nvPr/>
        </p:nvSpPr>
        <p:spPr>
          <a:xfrm>
            <a:off x="1645920" y="3648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프라이빗 돔</a:t>
            </a:r>
            <a:endParaRPr lang="en-US" sz="1800" dirty="0"/>
          </a:p>
        </p:txBody>
      </p:sp>
      <p:sp>
        <p:nvSpPr>
          <p:cNvPr id="21" name="Room Capacity 3"/>
          <p:cNvSpPr txBox="1"/>
          <p:nvPr/>
        </p:nvSpPr>
        <p:spPr>
          <a:xfrm>
            <a:off x="1645920" y="4014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기준 2인 · 2동</a:t>
            </a:r>
            <a:endParaRPr lang="en-US" sz="1100" dirty="0"/>
          </a:p>
        </p:txBody>
      </p:sp>
      <p:sp>
        <p:nvSpPr>
          <p:cNvPr id="22" name="Room Desc 3"/>
          <p:cNvSpPr txBox="1"/>
          <p:nvPr/>
        </p:nvSpPr>
        <p:spPr>
          <a:xfrm>
            <a:off x="411480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천창으로 별을 보는 커플 전용 객실</a:t>
            </a:r>
            <a:endParaRPr lang="en-US" sz="1400" dirty="0"/>
          </a:p>
        </p:txBody>
      </p:sp>
      <p:sp>
        <p:nvSpPr>
          <p:cNvPr id="23" name="Room Price 3"/>
          <p:cNvSpPr txBox="1"/>
          <p:nvPr/>
        </p:nvSpPr>
        <p:spPr>
          <a:xfrm>
            <a:off x="667512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229,000원~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부대시설과 예약 안내</a:t>
            </a:r>
            <a:endParaRPr lang="en-US" sz="3000" dirty="0"/>
          </a:p>
        </p:txBody>
      </p:sp>
      <p:sp>
        <p:nvSpPr>
          <p:cNvPr id="3" name="Facility Icon Bg 1"/>
          <p:cNvSpPr/>
          <p:nvPr/>
        </p:nvSpPr>
        <p:spPr>
          <a:xfrm>
            <a:off x="1051560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Facili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581912"/>
            <a:ext cx="402336" cy="402336"/>
          </a:xfrm>
          <a:prstGeom prst="rect">
            <a:avLst/>
          </a:prstGeom>
        </p:spPr>
      </p:pic>
      <p:sp>
        <p:nvSpPr>
          <p:cNvPr id="5" name="Facility Head 1"/>
          <p:cNvSpPr txBox="1"/>
          <p:nvPr/>
        </p:nvSpPr>
        <p:spPr>
          <a:xfrm>
            <a:off x="54864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개별 바비큐</a:t>
            </a:r>
            <a:endParaRPr lang="en-US" sz="1600" dirty="0"/>
          </a:p>
        </p:txBody>
      </p:sp>
      <p:sp>
        <p:nvSpPr>
          <p:cNvPr id="6" name="Facility Sub 1"/>
          <p:cNvSpPr txBox="1"/>
          <p:nvPr/>
        </p:nvSpPr>
        <p:spPr>
          <a:xfrm>
            <a:off x="548640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2"/>
                </a:solidFill>
              </a:rPr>
              <a:t>숯·그릴 세팅 제공</a:t>
            </a:r>
            <a:endParaRPr lang="en-US" sz="1200" dirty="0"/>
          </a:p>
        </p:txBody>
      </p:sp>
      <p:sp>
        <p:nvSpPr>
          <p:cNvPr id="7" name="Facility Icon Bg 2"/>
          <p:cNvSpPr/>
          <p:nvPr/>
        </p:nvSpPr>
        <p:spPr>
          <a:xfrm>
            <a:off x="3124505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cili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17" y="1581912"/>
            <a:ext cx="402336" cy="402336"/>
          </a:xfrm>
          <a:prstGeom prst="rect">
            <a:avLst/>
          </a:prstGeom>
        </p:spPr>
      </p:pic>
      <p:sp>
        <p:nvSpPr>
          <p:cNvPr id="9" name="Facility Head 2"/>
          <p:cNvSpPr txBox="1"/>
          <p:nvPr/>
        </p:nvSpPr>
        <p:spPr>
          <a:xfrm>
            <a:off x="2621585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불멍 화로</a:t>
            </a:r>
            <a:endParaRPr lang="en-US" sz="1600" dirty="0"/>
          </a:p>
        </p:txBody>
      </p:sp>
      <p:sp>
        <p:nvSpPr>
          <p:cNvPr id="10" name="Facility Sub 2"/>
          <p:cNvSpPr txBox="1"/>
          <p:nvPr/>
        </p:nvSpPr>
        <p:spPr>
          <a:xfrm>
            <a:off x="2621585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2"/>
                </a:solidFill>
              </a:rPr>
              <a:t>장작 1망 기본 제공</a:t>
            </a:r>
            <a:endParaRPr lang="en-US" sz="1200" dirty="0"/>
          </a:p>
        </p:txBody>
      </p:sp>
      <p:sp>
        <p:nvSpPr>
          <p:cNvPr id="11" name="Facility Icon Bg 3"/>
          <p:cNvSpPr/>
          <p:nvPr/>
        </p:nvSpPr>
        <p:spPr>
          <a:xfrm>
            <a:off x="5197450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cili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581912"/>
            <a:ext cx="402336" cy="402336"/>
          </a:xfrm>
          <a:prstGeom prst="rect">
            <a:avLst/>
          </a:prstGeom>
        </p:spPr>
      </p:pic>
      <p:sp>
        <p:nvSpPr>
          <p:cNvPr id="13" name="Facility Head 3"/>
          <p:cNvSpPr txBox="1"/>
          <p:nvPr/>
        </p:nvSpPr>
        <p:spPr>
          <a:xfrm>
            <a:off x="469453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계곡 물놀이</a:t>
            </a:r>
            <a:endParaRPr lang="en-US" sz="1600" dirty="0"/>
          </a:p>
        </p:txBody>
      </p:sp>
      <p:sp>
        <p:nvSpPr>
          <p:cNvPr id="14" name="Facility Sub 3"/>
          <p:cNvSpPr txBox="1"/>
          <p:nvPr/>
        </p:nvSpPr>
        <p:spPr>
          <a:xfrm>
            <a:off x="4694530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2"/>
                </a:solidFill>
              </a:rPr>
              <a:t>여름 시즌 운영</a:t>
            </a:r>
            <a:endParaRPr lang="en-US" sz="1200" dirty="0"/>
          </a:p>
        </p:txBody>
      </p:sp>
      <p:sp>
        <p:nvSpPr>
          <p:cNvPr id="15" name="Facility Icon Bg 4"/>
          <p:cNvSpPr/>
          <p:nvPr/>
        </p:nvSpPr>
        <p:spPr>
          <a:xfrm>
            <a:off x="7270394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cility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06" y="1581912"/>
            <a:ext cx="402336" cy="402336"/>
          </a:xfrm>
          <a:prstGeom prst="rect">
            <a:avLst/>
          </a:prstGeom>
        </p:spPr>
      </p:pic>
      <p:sp>
        <p:nvSpPr>
          <p:cNvPr id="17" name="Facility Head 4"/>
          <p:cNvSpPr txBox="1"/>
          <p:nvPr/>
        </p:nvSpPr>
        <p:spPr>
          <a:xfrm>
            <a:off x="6767474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매점·카페</a:t>
            </a:r>
            <a:endParaRPr lang="en-US" sz="1600" dirty="0"/>
          </a:p>
        </p:txBody>
      </p:sp>
      <p:sp>
        <p:nvSpPr>
          <p:cNvPr id="18" name="Facility Sub 4"/>
          <p:cNvSpPr txBox="1"/>
          <p:nvPr/>
        </p:nvSpPr>
        <p:spPr>
          <a:xfrm>
            <a:off x="6767474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2"/>
                </a:solidFill>
              </a:rPr>
              <a:t>08:00 – 22:00</a:t>
            </a:r>
            <a:endParaRPr lang="en-US" sz="1200" dirty="0"/>
          </a:p>
        </p:txBody>
      </p:sp>
      <p:sp>
        <p:nvSpPr>
          <p:cNvPr id="19" name="Booking Box"/>
          <p:cNvSpPr/>
          <p:nvPr/>
        </p:nvSpPr>
        <p:spPr>
          <a:xfrm>
            <a:off x="548640" y="3337560"/>
            <a:ext cx="8046720" cy="1143000"/>
          </a:xfrm>
          <a:prstGeom prst="roundRect">
            <a:avLst>
              <a:gd name="adj" fmla="val 9600"/>
            </a:avLst>
          </a:prstGeom>
          <a:solidFill>
            <a:srgbClr val="1F2E45"/>
          </a:solidFill>
          <a:ln/>
        </p:spPr>
      </p:sp>
      <p:sp>
        <p:nvSpPr>
          <p:cNvPr id="20" name="Booking Head"/>
          <p:cNvSpPr txBox="1"/>
          <p:nvPr/>
        </p:nvSpPr>
        <p:spPr>
          <a:xfrm>
            <a:off x="8686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예약 안내</a:t>
            </a:r>
            <a:endParaRPr lang="en-US" sz="1600" dirty="0"/>
          </a:p>
        </p:txBody>
      </p:sp>
      <p:sp>
        <p:nvSpPr>
          <p:cNvPr id="21" name="Booking Body"/>
          <p:cNvSpPr txBox="1"/>
          <p:nvPr/>
        </p:nvSpPr>
        <p:spPr>
          <a:xfrm>
            <a:off x="868680" y="3886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체크인 15:00 · 체크아웃 11:00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네이버 예약 또는 전화 문의 031-000-0000</a:t>
            </a:r>
            <a:endParaRPr lang="en-US" sz="1400" dirty="0"/>
          </a:p>
        </p:txBody>
      </p:sp>
      <p:sp>
        <p:nvSpPr>
          <p:cNvPr id="22" name="Booking Promo"/>
          <p:cNvSpPr txBox="1"/>
          <p:nvPr/>
        </p:nvSpPr>
        <p:spPr>
          <a:xfrm>
            <a:off x="60350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주중 할인</a:t>
            </a:r>
            <a:endParaRPr lang="en-US" sz="1800" dirty="0"/>
          </a:p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연박 10%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pyeong Night">
  <a:themeElements>
    <a:clrScheme name="Gapyeong Night">
      <a:dk1>
        <a:srgbClr val="1C2026"/>
      </a:dk1>
      <a:lt1>
        <a:srgbClr val="FFFFFF"/>
      </a:lt1>
      <a:dk2>
        <a:srgbClr val="142033"/>
      </a:dk2>
      <a:lt2>
        <a:srgbClr val="EEF2EE"/>
      </a:lt2>
      <a:accent1>
        <a:srgbClr val="E9A23B"/>
      </a:accent1>
      <a:accent2>
        <a:srgbClr val="2F4A3A"/>
      </a:accent2>
      <a:accent3>
        <a:srgbClr val="6B8F71"/>
      </a:accent3>
      <a:accent4>
        <a:srgbClr val="C9733A"/>
      </a:accent4>
      <a:accent5>
        <a:srgbClr val="8FA3B8"/>
      </a:accent5>
      <a:accent6>
        <a:srgbClr val="4A5568"/>
      </a:accent6>
      <a:hlink>
        <a:srgbClr val="2F4A3A"/>
      </a:hlink>
      <a:folHlink>
        <a:srgbClr val="6B8F71"/>
      </a:folHlink>
    </a:clrScheme>
    <a:fontScheme name="Gapyeong Nigh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가평 글램핑장 소개</dc:title>
  <dc:subject>PptxGenJS Presentation</dc:subject>
  <dc:creator>PptxGenJS</dc:creator>
  <cp:lastModifiedBy>PptxGenJS</cp:lastModifiedBy>
  <cp:revision>1</cp:revision>
  <dcterms:created xsi:type="dcterms:W3CDTF">2026-10-23T15:53:28Z</dcterms:created>
  <dcterms:modified xsi:type="dcterms:W3CDTF">2026-10-23T15:53:28Z</dcterms:modified>
</cp:coreProperties>
</file>